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8/29/2025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3170-4FBA-E4FD-BA34-F7D263A9E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600" i="1" dirty="0">
                <a:solidFill>
                  <a:srgbClr val="FF0000"/>
                </a:solidFill>
              </a:rPr>
              <a:t>Budget Wise: </a:t>
            </a:r>
            <a:r>
              <a:rPr lang="en-IN" sz="4800" i="1" dirty="0">
                <a:solidFill>
                  <a:schemeClr val="tx1"/>
                </a:solidFill>
              </a:rPr>
              <a:t>an</a:t>
            </a:r>
            <a:r>
              <a:rPr lang="en-IN" sz="4800" i="1" dirty="0">
                <a:solidFill>
                  <a:srgbClr val="FF0000"/>
                </a:solidFill>
              </a:rPr>
              <a:t> </a:t>
            </a:r>
            <a:r>
              <a:rPr lang="en-IN" sz="4800" dirty="0"/>
              <a:t>AI based Expense Forecasting Tool 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D18C8-2F6E-2CC8-ED00-E07CFA913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4360" y="5279924"/>
            <a:ext cx="1707705" cy="1297858"/>
          </a:xfrm>
        </p:spPr>
        <p:txBody>
          <a:bodyPr>
            <a:norm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  Rajesh Uda</a:t>
            </a:r>
          </a:p>
        </p:txBody>
      </p:sp>
    </p:spTree>
    <p:extLst>
      <p:ext uri="{BB962C8B-B14F-4D97-AF65-F5344CB8AC3E}">
        <p14:creationId xmlns:p14="http://schemas.microsoft.com/office/powerpoint/2010/main" val="2125222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C0D94-6EA8-A920-D776-BF584BDB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4556B-0622-2874-F2B8-F0CEA6B22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67" y="2556585"/>
            <a:ext cx="10554574" cy="36365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financial planning requires accurate prediction of future expenses, yet traditional budgeting methods 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 rely on manual calculations and static assumptions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Wise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based Expense Forecasting Tool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AI-driven expense forecasting tool designed to empower individuals and organizations with smarter financial management. The system leverages machine learning models to 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historical spending patterns, categorize expenses, and predict future costs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improved accuracy. By integrating natural language processing for transaction categorization and time-series forecasting techniques (such as LSTM and ARIMA), this provides automated budget recommendations, and anomaly detection to highlight unusual spending behaviours. The tool also features 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interractive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visual dashboards, enabling users to monitor expenditure trends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compare forecasts with actual spending, and make informed financial decisions. With its scalability and adaptability,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Wise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based Expense Forecasting Tool addresses the challenges of dynamic financial environments, making budgeting more intelligent, proactive, and user-friendly.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6690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{FE2D78CD-4D28-42F3-9F44-B0158FA6A18A}tf03457503</Template>
  <TotalTime>70</TotalTime>
  <Words>179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Century Gothic</vt:lpstr>
      <vt:lpstr>Times New Roman</vt:lpstr>
      <vt:lpstr>Wingdings 2</vt:lpstr>
      <vt:lpstr>Quotable</vt:lpstr>
      <vt:lpstr>Budget Wise: an AI based Expense Forecasting Tool  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Uda</dc:creator>
  <cp:lastModifiedBy>Rajesh Uda</cp:lastModifiedBy>
  <cp:revision>2</cp:revision>
  <dcterms:created xsi:type="dcterms:W3CDTF">2025-08-29T13:57:47Z</dcterms:created>
  <dcterms:modified xsi:type="dcterms:W3CDTF">2025-08-29T15:35:44Z</dcterms:modified>
</cp:coreProperties>
</file>